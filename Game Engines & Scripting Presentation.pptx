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4D0685-1416-4D12-9059-8B50A2D18678}" v="2" dt="2026-05-13T09:18:46.0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1F3A151-7F9F-4205-8F04-E659E1882919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9DD55D21-F4B9-4F96-B49F-A7773C42858E}">
      <dgm:prSet/>
      <dgm:spPr/>
      <dgm:t>
        <a:bodyPr/>
        <a:lstStyle/>
        <a:p>
          <a:r>
            <a:rPr lang="de-DE"/>
            <a:t>Die Zeit bewegt sich wenn du dich bewegst</a:t>
          </a:r>
          <a:endParaRPr lang="en-US"/>
        </a:p>
      </dgm:t>
    </dgm:pt>
    <dgm:pt modelId="{BA6DD709-B8B8-449A-8956-7A25FB3A3571}" type="parTrans" cxnId="{4734E378-EBEB-4CC1-A12D-624B9BD6123C}">
      <dgm:prSet/>
      <dgm:spPr/>
      <dgm:t>
        <a:bodyPr/>
        <a:lstStyle/>
        <a:p>
          <a:endParaRPr lang="en-US"/>
        </a:p>
      </dgm:t>
    </dgm:pt>
    <dgm:pt modelId="{CC157C09-9DE4-472F-8FE4-8B1B17E69875}" type="sibTrans" cxnId="{4734E378-EBEB-4CC1-A12D-624B9BD6123C}">
      <dgm:prSet/>
      <dgm:spPr/>
      <dgm:t>
        <a:bodyPr/>
        <a:lstStyle/>
        <a:p>
          <a:endParaRPr lang="en-US"/>
        </a:p>
      </dgm:t>
    </dgm:pt>
    <dgm:pt modelId="{3B12045C-A299-4E60-B95E-CFE6B2F3C4AB}">
      <dgm:prSet/>
      <dgm:spPr/>
      <dgm:t>
        <a:bodyPr/>
        <a:lstStyle/>
        <a:p>
          <a:r>
            <a:rPr lang="de-DE"/>
            <a:t>Um das Stillstehen nicht zu Stark zu machen, läuft die Zeit immer mit einer minimalen Rate von 5%</a:t>
          </a:r>
          <a:endParaRPr lang="en-US"/>
        </a:p>
      </dgm:t>
    </dgm:pt>
    <dgm:pt modelId="{19DE96DE-8AB7-4C99-BE25-E1BD5DFF099B}" type="parTrans" cxnId="{08D476EC-4C0B-420D-80C3-205A23FA3ABA}">
      <dgm:prSet/>
      <dgm:spPr/>
      <dgm:t>
        <a:bodyPr/>
        <a:lstStyle/>
        <a:p>
          <a:endParaRPr lang="en-US"/>
        </a:p>
      </dgm:t>
    </dgm:pt>
    <dgm:pt modelId="{0EC83062-17B6-43F6-B5B2-5F59B942CE8E}" type="sibTrans" cxnId="{08D476EC-4C0B-420D-80C3-205A23FA3ABA}">
      <dgm:prSet/>
      <dgm:spPr/>
      <dgm:t>
        <a:bodyPr/>
        <a:lstStyle/>
        <a:p>
          <a:endParaRPr lang="en-US"/>
        </a:p>
      </dgm:t>
    </dgm:pt>
    <dgm:pt modelId="{C89110FF-90FE-447A-8675-2A8ABF1FE467}" type="pres">
      <dgm:prSet presAssocID="{B1F3A151-7F9F-4205-8F04-E659E1882919}" presName="linear" presStyleCnt="0">
        <dgm:presLayoutVars>
          <dgm:animLvl val="lvl"/>
          <dgm:resizeHandles val="exact"/>
        </dgm:presLayoutVars>
      </dgm:prSet>
      <dgm:spPr/>
    </dgm:pt>
    <dgm:pt modelId="{C2919F0F-A2C6-4C4F-9C14-A1D183B4ED68}" type="pres">
      <dgm:prSet presAssocID="{9DD55D21-F4B9-4F96-B49F-A7773C42858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17FC392-932D-4FA7-87B8-1C9352B65472}" type="pres">
      <dgm:prSet presAssocID="{CC157C09-9DE4-472F-8FE4-8B1B17E69875}" presName="spacer" presStyleCnt="0"/>
      <dgm:spPr/>
    </dgm:pt>
    <dgm:pt modelId="{9A600537-3082-4851-998C-D834CC45B84A}" type="pres">
      <dgm:prSet presAssocID="{3B12045C-A299-4E60-B95E-CFE6B2F3C4AB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E9E87100-0383-4B57-92F5-25A5C98B6926}" type="presOf" srcId="{3B12045C-A299-4E60-B95E-CFE6B2F3C4AB}" destId="{9A600537-3082-4851-998C-D834CC45B84A}" srcOrd="0" destOrd="0" presId="urn:microsoft.com/office/officeart/2005/8/layout/vList2"/>
    <dgm:cxn modelId="{E5671C33-9B31-41E0-8680-E1A74FF735F9}" type="presOf" srcId="{B1F3A151-7F9F-4205-8F04-E659E1882919}" destId="{C89110FF-90FE-447A-8675-2A8ABF1FE467}" srcOrd="0" destOrd="0" presId="urn:microsoft.com/office/officeart/2005/8/layout/vList2"/>
    <dgm:cxn modelId="{4734E378-EBEB-4CC1-A12D-624B9BD6123C}" srcId="{B1F3A151-7F9F-4205-8F04-E659E1882919}" destId="{9DD55D21-F4B9-4F96-B49F-A7773C42858E}" srcOrd="0" destOrd="0" parTransId="{BA6DD709-B8B8-449A-8956-7A25FB3A3571}" sibTransId="{CC157C09-9DE4-472F-8FE4-8B1B17E69875}"/>
    <dgm:cxn modelId="{1E2600AF-68C9-4C96-862C-C33F187C36D5}" type="presOf" srcId="{9DD55D21-F4B9-4F96-B49F-A7773C42858E}" destId="{C2919F0F-A2C6-4C4F-9C14-A1D183B4ED68}" srcOrd="0" destOrd="0" presId="urn:microsoft.com/office/officeart/2005/8/layout/vList2"/>
    <dgm:cxn modelId="{08D476EC-4C0B-420D-80C3-205A23FA3ABA}" srcId="{B1F3A151-7F9F-4205-8F04-E659E1882919}" destId="{3B12045C-A299-4E60-B95E-CFE6B2F3C4AB}" srcOrd="1" destOrd="0" parTransId="{19DE96DE-8AB7-4C99-BE25-E1BD5DFF099B}" sibTransId="{0EC83062-17B6-43F6-B5B2-5F59B942CE8E}"/>
    <dgm:cxn modelId="{A7B33A08-49A3-4751-B5E0-DD34A84FF726}" type="presParOf" srcId="{C89110FF-90FE-447A-8675-2A8ABF1FE467}" destId="{C2919F0F-A2C6-4C4F-9C14-A1D183B4ED68}" srcOrd="0" destOrd="0" presId="urn:microsoft.com/office/officeart/2005/8/layout/vList2"/>
    <dgm:cxn modelId="{2B8EA6C6-3CB0-4165-8AC9-E2E8D24E6E5C}" type="presParOf" srcId="{C89110FF-90FE-447A-8675-2A8ABF1FE467}" destId="{717FC392-932D-4FA7-87B8-1C9352B65472}" srcOrd="1" destOrd="0" presId="urn:microsoft.com/office/officeart/2005/8/layout/vList2"/>
    <dgm:cxn modelId="{89CF47DF-99F5-4EAD-BEC6-977AE981AF5B}" type="presParOf" srcId="{C89110FF-90FE-447A-8675-2A8ABF1FE467}" destId="{9A600537-3082-4851-998C-D834CC45B84A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919F0F-A2C6-4C4F-9C14-A1D183B4ED68}">
      <dsp:nvSpPr>
        <dsp:cNvPr id="0" name=""/>
        <dsp:cNvSpPr/>
      </dsp:nvSpPr>
      <dsp:spPr>
        <a:xfrm>
          <a:off x="0" y="20214"/>
          <a:ext cx="10515600" cy="210073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800" kern="1200"/>
            <a:t>Die Zeit bewegt sich wenn du dich bewegst</a:t>
          </a:r>
          <a:endParaRPr lang="en-US" sz="3800" kern="1200"/>
        </a:p>
      </dsp:txBody>
      <dsp:txXfrm>
        <a:off x="102549" y="122763"/>
        <a:ext cx="10310502" cy="1895636"/>
      </dsp:txXfrm>
    </dsp:sp>
    <dsp:sp modelId="{9A600537-3082-4851-998C-D834CC45B84A}">
      <dsp:nvSpPr>
        <dsp:cNvPr id="0" name=""/>
        <dsp:cNvSpPr/>
      </dsp:nvSpPr>
      <dsp:spPr>
        <a:xfrm>
          <a:off x="0" y="2230389"/>
          <a:ext cx="10515600" cy="210073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800" kern="1200"/>
            <a:t>Um das Stillstehen nicht zu Stark zu machen, läuft die Zeit immer mit einer minimalen Rate von 5%</a:t>
          </a:r>
          <a:endParaRPr lang="en-US" sz="3800" kern="1200"/>
        </a:p>
      </dsp:txBody>
      <dsp:txXfrm>
        <a:off x="102549" y="2332938"/>
        <a:ext cx="10310502" cy="18956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76D650-2360-08C0-74E2-0FC70CB751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4F55950-D474-84F9-8F59-EB86E73039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2FE4BF-A3FA-6BE0-8A49-122DE9F87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87C44-4CC2-4A80-BF05-86F1A124F535}" type="datetimeFigureOut">
              <a:rPr lang="de-DE" smtClean="0"/>
              <a:t>13.05.2026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6D3A50E-56C9-E12F-3BAA-A8237F3C0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9515393-BF76-445C-5573-08101B7C0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4BB5C-58CF-428B-A191-65F67693A5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0605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4144BF-93D6-0DDB-04F9-EAB1BC7BC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A1E3970-7BB3-1C18-182C-4D9FACE09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064E9C-18F9-083D-E79B-9A5B816EB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87C44-4CC2-4A80-BF05-86F1A124F535}" type="datetimeFigureOut">
              <a:rPr lang="de-DE" smtClean="0"/>
              <a:t>13.05.2026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9459764-7545-B49A-1797-5A228F8E9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F4ED964-BD7E-89EB-62DD-19EC67006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4BB5C-58CF-428B-A191-65F67693A5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3935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32B28C-0D5F-7F03-4DEC-39F62C901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E14DA50-A1F3-8680-B646-AE941EE82B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0419E1F-2306-A53D-6900-15EC26186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87C44-4CC2-4A80-BF05-86F1A124F535}" type="datetimeFigureOut">
              <a:rPr lang="de-DE" smtClean="0"/>
              <a:t>13.05.2026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A74BB04-CBA3-205C-1962-FC3F245B6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71183FF-574A-0268-4681-F349D2003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4BB5C-58CF-428B-A191-65F67693A5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1353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8BE53E-283B-09AC-D255-662D41AD2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25EFCA5-E650-783D-56C7-A8C4A0D1F6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31ECF0C-8D20-5261-140D-20FDD13952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562E261-4B92-786B-6F35-D8CC4FA59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87C44-4CC2-4A80-BF05-86F1A124F535}" type="datetimeFigureOut">
              <a:rPr lang="de-DE" smtClean="0"/>
              <a:t>13.05.2026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D7197EE-D88C-2CB2-4174-252300EFB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C329541-D56E-0A93-BE62-1886E6385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4BB5C-58CF-428B-A191-65F67693A5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26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6A461D-00D0-F8FF-5BFE-5EEBFE5CE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9BD7736-12FC-6129-2C68-27691EF7DA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84A5E4C-D8FB-58B2-12E0-F3F8D80E6C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944DB3C-6EE9-0F4C-E3BD-2529A5A419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300A5CF-FA51-DD2F-F52A-DA5589E1D9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DA5AB6C-94BA-4648-50B9-05F2E1C78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87C44-4CC2-4A80-BF05-86F1A124F535}" type="datetimeFigureOut">
              <a:rPr lang="de-DE" smtClean="0"/>
              <a:t>13.05.2026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967B2E7-9DAF-00D4-F75A-AB1A8F813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BE3E2F0-6040-260A-5FEC-5F15B4923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4BB5C-58CF-428B-A191-65F67693A5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1915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A12162-E1B9-C6DF-7722-4696FBB00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84605C0-3C29-7A4F-14C1-1144FC3EB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87C44-4CC2-4A80-BF05-86F1A124F535}" type="datetimeFigureOut">
              <a:rPr lang="de-DE" smtClean="0"/>
              <a:t>13.05.2026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14C4988-5935-D236-F6F8-955F71328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800D5F1-A742-FEE7-5457-6F9E323F7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4BB5C-58CF-428B-A191-65F67693A5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4421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4EFA0C0-B069-1810-550B-160811CB2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87C44-4CC2-4A80-BF05-86F1A124F535}" type="datetimeFigureOut">
              <a:rPr lang="de-DE" smtClean="0"/>
              <a:t>13.05.2026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BDBB899-A67D-BE24-684F-64789F873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8FE6ABC-B99E-EEE3-0512-717796571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4BB5C-58CF-428B-A191-65F67693A5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1407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D42202-71D2-7EA5-BFEE-2CD0EB8B3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AAB5BF1-E585-005B-1676-1450551FE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251D8AD-D12F-19FF-4D51-32562078DA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0962112-AB91-48DF-096C-B64D19B57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87C44-4CC2-4A80-BF05-86F1A124F535}" type="datetimeFigureOut">
              <a:rPr lang="de-DE" smtClean="0"/>
              <a:t>13.05.2026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7E8FD4A-1DD3-F924-EEBD-F665B13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606196B-5A4D-19B5-7BA6-797768E43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4BB5C-58CF-428B-A191-65F67693A5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2118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BE8934-56B8-F32A-E18F-6A8F1A75A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6DAB617-B463-C4A8-7C71-B912EC342D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B09D4A6-5EAD-FE89-E499-53370CBA43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593C586-8E50-420D-9C07-90A922765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87C44-4CC2-4A80-BF05-86F1A124F535}" type="datetimeFigureOut">
              <a:rPr lang="de-DE" smtClean="0"/>
              <a:t>13.05.2026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5BF21A1-335E-1113-386C-ACE5AF37B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53578F-1317-F315-CB6D-0156780BC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4BB5C-58CF-428B-A191-65F67693A5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3519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E36221-8261-5EA0-81FD-DAC58BED4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3BFFC37-7E77-26E1-3E83-F4F2E57D2D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E2C6894-EBF4-C8A3-8000-DAB992210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87C44-4CC2-4A80-BF05-86F1A124F535}" type="datetimeFigureOut">
              <a:rPr lang="de-DE" smtClean="0"/>
              <a:t>13.05.2026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2C8551D-643C-1B6E-5D2B-24AFC4311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74103CA-BA15-C0FF-C9BC-11C7CEBBF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4BB5C-58CF-428B-A191-65F67693A5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52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857800E-3C8F-BA01-4A06-E5DEF7BAB5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22E60D2-C613-115E-ECEC-8409FF0EA2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B767B0E-8C6B-9EF7-6650-C2E17B109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87C44-4CC2-4A80-BF05-86F1A124F535}" type="datetimeFigureOut">
              <a:rPr lang="de-DE" smtClean="0"/>
              <a:t>13.05.2026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0EEF381-49A4-6188-3F78-C225E98BC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1C8B3E2-7CF7-D499-7A56-4B3DBC083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4BB5C-58CF-428B-A191-65F67693A5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3884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F06B652-1A5B-0A1C-A39C-520035AB1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4B22B8E-8B67-8B24-BD7F-AD98450E8E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22BD14C-44AC-1A3B-7CAE-1222F40ADD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D87C44-4CC2-4A80-BF05-86F1A124F535}" type="datetimeFigureOut">
              <a:rPr lang="de-DE" smtClean="0"/>
              <a:t>13.05.2026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9698B1D-880E-311E-32BE-AEBF7C297A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46F0DCC-7941-01DD-FC48-A10BAE0037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84BB5C-58CF-428B-A191-65F67693A5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1744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D45EE4-C4F0-4F72-B1C6-39F596D13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C459BAD-4279-4A9D-B0C5-662C5F5ED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3203463" y="-2060461"/>
            <a:ext cx="5649003" cy="10651671"/>
          </a:xfrm>
          <a:custGeom>
            <a:avLst/>
            <a:gdLst>
              <a:gd name="csX0" fmla="*/ 0 w 5649003"/>
              <a:gd name="csY0" fmla="*/ 5325836 h 10651671"/>
              <a:gd name="csX1" fmla="*/ 2824502 w 5649003"/>
              <a:gd name="csY1" fmla="*/ 0 h 10651671"/>
              <a:gd name="csX2" fmla="*/ 5649004 w 5649003"/>
              <a:gd name="csY2" fmla="*/ 5325836 h 10651671"/>
              <a:gd name="csX3" fmla="*/ 2824502 w 5649003"/>
              <a:gd name="csY3" fmla="*/ 10651672 h 10651671"/>
              <a:gd name="csX4" fmla="*/ 0 w 5649003"/>
              <a:gd name="csY4" fmla="*/ 5325836 h 106516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649003" h="10651671" fill="none" extrusionOk="0">
                <a:moveTo>
                  <a:pt x="0" y="5325836"/>
                </a:moveTo>
                <a:cubicBezTo>
                  <a:pt x="186946" y="2320485"/>
                  <a:pt x="1438121" y="-52385"/>
                  <a:pt x="2824502" y="0"/>
                </a:cubicBezTo>
                <a:cubicBezTo>
                  <a:pt x="4703838" y="-43168"/>
                  <a:pt x="5583840" y="2369660"/>
                  <a:pt x="5649004" y="5325836"/>
                </a:cubicBezTo>
                <a:cubicBezTo>
                  <a:pt x="5518761" y="8289338"/>
                  <a:pt x="4285196" y="10894014"/>
                  <a:pt x="2824502" y="10651672"/>
                </a:cubicBezTo>
                <a:cubicBezTo>
                  <a:pt x="1536945" y="11016699"/>
                  <a:pt x="142947" y="8418643"/>
                  <a:pt x="0" y="5325836"/>
                </a:cubicBezTo>
                <a:close/>
              </a:path>
              <a:path w="5649003" h="10651671" stroke="0" extrusionOk="0">
                <a:moveTo>
                  <a:pt x="0" y="5325836"/>
                </a:moveTo>
                <a:cubicBezTo>
                  <a:pt x="-54350" y="2332108"/>
                  <a:pt x="1351726" y="167869"/>
                  <a:pt x="2824502" y="0"/>
                </a:cubicBezTo>
                <a:cubicBezTo>
                  <a:pt x="4182679" y="-143942"/>
                  <a:pt x="5672665" y="2549517"/>
                  <a:pt x="5649004" y="5325836"/>
                </a:cubicBezTo>
                <a:cubicBezTo>
                  <a:pt x="5518596" y="8280244"/>
                  <a:pt x="4081190" y="10622204"/>
                  <a:pt x="2824502" y="10651672"/>
                </a:cubicBezTo>
                <a:cubicBezTo>
                  <a:pt x="1216708" y="10537144"/>
                  <a:pt x="-100850" y="8264979"/>
                  <a:pt x="0" y="5325836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63743190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260A670-E183-36DA-B500-9F34D353CF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6544" y="1911096"/>
            <a:ext cx="8055864" cy="2076651"/>
          </a:xfrm>
        </p:spPr>
        <p:txBody>
          <a:bodyPr anchor="b">
            <a:normAutofit/>
          </a:bodyPr>
          <a:lstStyle/>
          <a:p>
            <a:r>
              <a:rPr lang="de-DE" sz="6600">
                <a:solidFill>
                  <a:srgbClr val="FFFFFF"/>
                </a:solidFill>
              </a:rPr>
              <a:t>Game Engines &amp; Scripting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3904285-489C-5CC0-ADA3-EC664D5CB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27832" y="4353507"/>
            <a:ext cx="5733288" cy="932688"/>
          </a:xfrm>
        </p:spPr>
        <p:txBody>
          <a:bodyPr>
            <a:normAutofit/>
          </a:bodyPr>
          <a:lstStyle/>
          <a:p>
            <a:r>
              <a:rPr lang="de-DE">
                <a:solidFill>
                  <a:srgbClr val="FFFFFF"/>
                </a:solidFill>
              </a:rPr>
              <a:t>Von Manuel Bender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0953BC39-9D68-40BE-BF3C-5C4EB782A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423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7ED5FF4-6728-8A40-08D5-9C8E67069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e-DE" sz="5400"/>
              <a:t>Grundlegende Idee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5D28002-6683-7537-68C9-20B8B7DD2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de-DE" sz="2200"/>
              <a:t>Ein Wave Shooter im style von „Superhot“</a:t>
            </a:r>
          </a:p>
          <a:p>
            <a:endParaRPr lang="de-DE" sz="2200"/>
          </a:p>
          <a:p>
            <a:r>
              <a:rPr lang="de-DE" sz="2200"/>
              <a:t>Reduzierung auf das Gun-Play, also kein Melee Combat, Items werfen und begrenzte Munition</a:t>
            </a:r>
          </a:p>
          <a:p>
            <a:endParaRPr lang="de-DE" sz="2200"/>
          </a:p>
          <a:p>
            <a:r>
              <a:rPr lang="de-DE" sz="2200"/>
              <a:t>Die Zeitmechanik steht im Vordergrund</a:t>
            </a:r>
          </a:p>
        </p:txBody>
      </p:sp>
    </p:spTree>
    <p:extLst>
      <p:ext uri="{BB962C8B-B14F-4D97-AF65-F5344CB8AC3E}">
        <p14:creationId xmlns:p14="http://schemas.microsoft.com/office/powerpoint/2010/main" val="1322202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A75BBD5-3336-8D6D-6D67-D5311DA48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de-DE" sz="5400"/>
              <a:t>Der Style</a:t>
            </a:r>
          </a:p>
        </p:txBody>
      </p:sp>
      <p:sp>
        <p:nvSpPr>
          <p:cNvPr id="16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A4957190-E705-D9D3-3BCF-A2568B9BC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de-DE" sz="2200"/>
              <a:t>Simple Farben: Map ist Weiß, Gegner sind Rot</a:t>
            </a:r>
          </a:p>
          <a:p>
            <a:endParaRPr lang="de-DE" sz="2200"/>
          </a:p>
          <a:p>
            <a:endParaRPr lang="de-DE" sz="220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564BEAC-887B-67C1-0E2E-D99CBF89DC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68" r="18111"/>
          <a:stretch>
            <a:fillRect/>
          </a:stretch>
        </p:blipFill>
        <p:spPr>
          <a:xfrm>
            <a:off x="5313225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19278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32D2589-4FFA-1B70-A051-EE049F13F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de-DE" sz="5200"/>
              <a:t>Die Zeitmechanik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87AEFD9D-F63E-7ECA-F9BC-5F2726C6C2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647258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30260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CBA8EBA-ED08-D666-8B40-22BCB04B2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de-DE" sz="3700">
                <a:solidFill>
                  <a:srgbClr val="FFFFFF"/>
                </a:solidFill>
              </a:rPr>
              <a:t>Ordnerstruktur in Unity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543CEFE-840D-04D0-D779-13D8EE678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de-DE" sz="2200" dirty="0"/>
              <a:t>Im Ordner Assets befinden sich Diverse Unterordner</a:t>
            </a:r>
          </a:p>
          <a:p>
            <a:r>
              <a:rPr lang="de-DE" sz="2200" dirty="0"/>
              <a:t>Enemy: Beinhaltet das Enemy Mesh sowie die Animationen</a:t>
            </a:r>
          </a:p>
          <a:p>
            <a:r>
              <a:rPr lang="de-DE" sz="2200" dirty="0"/>
              <a:t>Materials: Beinhaltet die von mir erstellten Materialien</a:t>
            </a:r>
          </a:p>
          <a:p>
            <a:r>
              <a:rPr lang="de-DE" sz="2200" dirty="0" err="1"/>
              <a:t>NokoBot</a:t>
            </a:r>
            <a:r>
              <a:rPr lang="de-DE" sz="2200" dirty="0"/>
              <a:t>: Ist das </a:t>
            </a:r>
            <a:r>
              <a:rPr lang="de-DE" sz="2200" dirty="0" err="1"/>
              <a:t>AssetPack</a:t>
            </a:r>
            <a:r>
              <a:rPr lang="de-DE" sz="2200" dirty="0"/>
              <a:t> für die Pistole und die Kugeln</a:t>
            </a:r>
          </a:p>
          <a:p>
            <a:r>
              <a:rPr lang="de-DE" sz="2200" dirty="0" err="1"/>
              <a:t>Prefabs</a:t>
            </a:r>
            <a:r>
              <a:rPr lang="de-DE" sz="2200" dirty="0"/>
              <a:t>: Beinhalten die von mir erstellten </a:t>
            </a:r>
            <a:r>
              <a:rPr lang="de-DE" sz="2200" dirty="0" err="1"/>
              <a:t>Prefabs</a:t>
            </a:r>
            <a:endParaRPr lang="de-DE" sz="2200" dirty="0"/>
          </a:p>
          <a:p>
            <a:r>
              <a:rPr lang="de-DE" sz="2200" dirty="0"/>
              <a:t>Scenes: Beinhalten die 2 von mir erstellten </a:t>
            </a:r>
            <a:r>
              <a:rPr lang="de-DE" sz="2200" dirty="0" err="1"/>
              <a:t>Scenen</a:t>
            </a:r>
            <a:endParaRPr lang="de-DE" sz="2200" dirty="0"/>
          </a:p>
          <a:p>
            <a:pPr marL="0" indent="0">
              <a:buNone/>
            </a:pPr>
            <a:r>
              <a:rPr lang="de-DE" sz="2200" dirty="0"/>
              <a:t>    - </a:t>
            </a:r>
            <a:r>
              <a:rPr lang="de-DE" sz="2200" dirty="0" err="1"/>
              <a:t>PrefabScene</a:t>
            </a:r>
            <a:r>
              <a:rPr lang="de-DE" sz="2200" dirty="0"/>
              <a:t>: </a:t>
            </a:r>
            <a:r>
              <a:rPr lang="de-DE" sz="2200" dirty="0" err="1"/>
              <a:t>Enthällt</a:t>
            </a:r>
            <a:r>
              <a:rPr lang="de-DE" sz="2200" dirty="0"/>
              <a:t> alle </a:t>
            </a:r>
            <a:r>
              <a:rPr lang="de-DE" sz="2200" dirty="0" err="1"/>
              <a:t>Prefabs</a:t>
            </a:r>
            <a:endParaRPr lang="de-DE" sz="2200" dirty="0"/>
          </a:p>
          <a:p>
            <a:pPr marL="0" indent="0">
              <a:buNone/>
            </a:pPr>
            <a:r>
              <a:rPr lang="de-DE" sz="2200" dirty="0"/>
              <a:t>    - </a:t>
            </a:r>
            <a:r>
              <a:rPr lang="de-DE" sz="2200" dirty="0" err="1"/>
              <a:t>SampleScene</a:t>
            </a:r>
            <a:r>
              <a:rPr lang="de-DE" sz="2200" dirty="0"/>
              <a:t>: </a:t>
            </a:r>
            <a:r>
              <a:rPr lang="de-DE" sz="2200" dirty="0" err="1"/>
              <a:t>Enthällt</a:t>
            </a:r>
            <a:r>
              <a:rPr lang="de-DE" sz="2200" dirty="0"/>
              <a:t> das spielbare Level</a:t>
            </a:r>
          </a:p>
          <a:p>
            <a:r>
              <a:rPr lang="de-DE" sz="2200" dirty="0"/>
              <a:t>Scripts: </a:t>
            </a:r>
            <a:r>
              <a:rPr lang="de-DE" sz="2200" dirty="0" err="1"/>
              <a:t>Enthällt</a:t>
            </a:r>
            <a:r>
              <a:rPr lang="de-DE" sz="2200" dirty="0"/>
              <a:t> die von mir erstellten Scripts</a:t>
            </a:r>
          </a:p>
          <a:p>
            <a:r>
              <a:rPr lang="de-DE" sz="2200" dirty="0"/>
              <a:t>Der Rest ist von Unity Generiert</a:t>
            </a:r>
          </a:p>
        </p:txBody>
      </p:sp>
    </p:spTree>
    <p:extLst>
      <p:ext uri="{BB962C8B-B14F-4D97-AF65-F5344CB8AC3E}">
        <p14:creationId xmlns:p14="http://schemas.microsoft.com/office/powerpoint/2010/main" val="1269302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4F344CA8540764990B68BE1F5D35942" ma:contentTypeVersion="4" ma:contentTypeDescription="Ein neues Dokument erstellen." ma:contentTypeScope="" ma:versionID="76e982264970e4ab454fee8ae0ccf828">
  <xsd:schema xmlns:xsd="http://www.w3.org/2001/XMLSchema" xmlns:xs="http://www.w3.org/2001/XMLSchema" xmlns:p="http://schemas.microsoft.com/office/2006/metadata/properties" xmlns:ns3="0096d2b9-1bb2-4d33-8f69-13610d5016d9" targetNamespace="http://schemas.microsoft.com/office/2006/metadata/properties" ma:root="true" ma:fieldsID="5a4fa26268a1cb08f3e801e1607e28d8" ns3:_="">
    <xsd:import namespace="0096d2b9-1bb2-4d33-8f69-13610d5016d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96d2b9-1bb2-4d33-8f69-13610d5016d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DDEB3D4-282D-4A84-A0F9-928224159B3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096d2b9-1bb2-4d33-8f69-13610d5016d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9A6EF3C-0FF5-42A9-8947-307BDD9118F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67CB89D-FA8F-428A-8F28-0AE721E8DD5B}">
  <ds:schemaRefs>
    <ds:schemaRef ds:uri="0096d2b9-1bb2-4d33-8f69-13610d5016d9"/>
    <ds:schemaRef ds:uri="http://schemas.microsoft.com/office/infopath/2007/PartnerControls"/>
    <ds:schemaRef ds:uri="http://www.w3.org/XML/1998/namespace"/>
    <ds:schemaRef ds:uri="http://schemas.microsoft.com/office/2006/metadata/properties"/>
    <ds:schemaRef ds:uri="http://purl.org/dc/terms/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</Words>
  <Application>Microsoft Office PowerPoint</Application>
  <PresentationFormat>Breitbild</PresentationFormat>
  <Paragraphs>24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</vt:lpstr>
      <vt:lpstr>Game Engines &amp; Scripting</vt:lpstr>
      <vt:lpstr>Grundlegende Idee</vt:lpstr>
      <vt:lpstr>Der Style</vt:lpstr>
      <vt:lpstr>Die Zeitmechanik</vt:lpstr>
      <vt:lpstr>Ordnerstruktur in Unity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Bender, Manuel (Stud SRH-University)</dc:creator>
  <cp:lastModifiedBy>Bender, Manuel (Stud SRH-University)</cp:lastModifiedBy>
  <cp:revision>2</cp:revision>
  <dcterms:created xsi:type="dcterms:W3CDTF">2026-05-13T08:57:24Z</dcterms:created>
  <dcterms:modified xsi:type="dcterms:W3CDTF">2026-05-13T09:35:47Z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0x01010024F344CA8540764990B68BE1F5D35942</vt:lpwstr>
  </property>
</Properties>
</file>